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Open Sans" charset="1" panose="020B0606030504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8103" y="0"/>
            <a:ext cx="18516103" cy="10461598"/>
          </a:xfrm>
          <a:custGeom>
            <a:avLst/>
            <a:gdLst/>
            <a:ahLst/>
            <a:cxnLst/>
            <a:rect r="r" b="b" t="t" l="l"/>
            <a:pathLst>
              <a:path h="10461598" w="18516103">
                <a:moveTo>
                  <a:pt x="0" y="0"/>
                </a:moveTo>
                <a:lnTo>
                  <a:pt x="18516103" y="0"/>
                </a:lnTo>
                <a:lnTo>
                  <a:pt x="18516103" y="10461598"/>
                </a:lnTo>
                <a:lnTo>
                  <a:pt x="0" y="104615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6361" y="5143500"/>
            <a:ext cx="7947227" cy="1738456"/>
          </a:xfrm>
          <a:custGeom>
            <a:avLst/>
            <a:gdLst/>
            <a:ahLst/>
            <a:cxnLst/>
            <a:rect r="r" b="b" t="t" l="l"/>
            <a:pathLst>
              <a:path h="1738456" w="7947227">
                <a:moveTo>
                  <a:pt x="0" y="0"/>
                </a:moveTo>
                <a:lnTo>
                  <a:pt x="7947228" y="0"/>
                </a:lnTo>
                <a:lnTo>
                  <a:pt x="7947228" y="1738456"/>
                </a:lnTo>
                <a:lnTo>
                  <a:pt x="0" y="17384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41280"/>
          </a:xfrm>
          <a:custGeom>
            <a:avLst/>
            <a:gdLst/>
            <a:ahLst/>
            <a:cxnLst/>
            <a:rect r="r" b="b" t="t" l="l"/>
            <a:pathLst>
              <a:path h="10241280" w="18288000">
                <a:moveTo>
                  <a:pt x="0" y="0"/>
                </a:moveTo>
                <a:lnTo>
                  <a:pt x="18288000" y="0"/>
                </a:lnTo>
                <a:lnTo>
                  <a:pt x="18288000" y="10241280"/>
                </a:lnTo>
                <a:lnTo>
                  <a:pt x="0" y="10241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med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328731" cy="10287000"/>
          </a:xfrm>
          <a:custGeom>
            <a:avLst/>
            <a:gdLst/>
            <a:ahLst/>
            <a:cxnLst/>
            <a:rect r="r" b="b" t="t" l="l"/>
            <a:pathLst>
              <a:path h="10287000" w="18328731">
                <a:moveTo>
                  <a:pt x="0" y="0"/>
                </a:moveTo>
                <a:lnTo>
                  <a:pt x="18328731" y="0"/>
                </a:lnTo>
                <a:lnTo>
                  <a:pt x="1832873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med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41280"/>
          </a:xfrm>
          <a:custGeom>
            <a:avLst/>
            <a:gdLst/>
            <a:ahLst/>
            <a:cxnLst/>
            <a:rect r="r" b="b" t="t" l="l"/>
            <a:pathLst>
              <a:path h="10241280" w="18288000">
                <a:moveTo>
                  <a:pt x="0" y="0"/>
                </a:moveTo>
                <a:lnTo>
                  <a:pt x="18288000" y="0"/>
                </a:lnTo>
                <a:lnTo>
                  <a:pt x="18288000" y="10241280"/>
                </a:lnTo>
                <a:lnTo>
                  <a:pt x="0" y="10241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med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2E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51254" y="443338"/>
            <a:ext cx="5651945" cy="9400325"/>
          </a:xfrm>
          <a:custGeom>
            <a:avLst/>
            <a:gdLst/>
            <a:ahLst/>
            <a:cxnLst/>
            <a:rect r="r" b="b" t="t" l="l"/>
            <a:pathLst>
              <a:path h="9400325" w="5651945">
                <a:moveTo>
                  <a:pt x="0" y="0"/>
                </a:moveTo>
                <a:lnTo>
                  <a:pt x="5651945" y="0"/>
                </a:lnTo>
                <a:lnTo>
                  <a:pt x="5651945" y="9400324"/>
                </a:lnTo>
                <a:lnTo>
                  <a:pt x="0" y="94003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05088" y="4028578"/>
            <a:ext cx="6539141" cy="2115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7"/>
              </a:lnSpc>
              <a:spcBef>
                <a:spcPct val="0"/>
              </a:spcBef>
            </a:pPr>
            <a:r>
              <a:rPr lang="en-US" sz="606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Diagramme de cas d’utilisation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2E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376782" y="310390"/>
            <a:ext cx="3516562" cy="9666220"/>
          </a:xfrm>
          <a:custGeom>
            <a:avLst/>
            <a:gdLst/>
            <a:ahLst/>
            <a:cxnLst/>
            <a:rect r="r" b="b" t="t" l="l"/>
            <a:pathLst>
              <a:path h="9666220" w="3516562">
                <a:moveTo>
                  <a:pt x="0" y="0"/>
                </a:moveTo>
                <a:lnTo>
                  <a:pt x="3516562" y="0"/>
                </a:lnTo>
                <a:lnTo>
                  <a:pt x="3516562" y="9666220"/>
                </a:lnTo>
                <a:lnTo>
                  <a:pt x="0" y="96662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98" t="0" r="-239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64431" y="4028578"/>
            <a:ext cx="5679569" cy="2115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7"/>
              </a:lnSpc>
              <a:spcBef>
                <a:spcPct val="0"/>
              </a:spcBef>
            </a:pPr>
            <a:r>
              <a:rPr lang="en-US" sz="606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Diagramme d’action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2E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25660" y="543030"/>
            <a:ext cx="8862945" cy="9200939"/>
          </a:xfrm>
          <a:custGeom>
            <a:avLst/>
            <a:gdLst/>
            <a:ahLst/>
            <a:cxnLst/>
            <a:rect r="r" b="b" t="t" l="l"/>
            <a:pathLst>
              <a:path h="9200939" w="8862945">
                <a:moveTo>
                  <a:pt x="0" y="0"/>
                </a:moveTo>
                <a:lnTo>
                  <a:pt x="8862945" y="0"/>
                </a:lnTo>
                <a:lnTo>
                  <a:pt x="8862945" y="9200940"/>
                </a:lnTo>
                <a:lnTo>
                  <a:pt x="0" y="9200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028578"/>
            <a:ext cx="5679569" cy="2115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97"/>
              </a:lnSpc>
              <a:spcBef>
                <a:spcPct val="0"/>
              </a:spcBef>
            </a:pPr>
            <a:r>
              <a:rPr lang="en-US" sz="606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Diagramme de Classe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18420"/>
          </a:xfrm>
          <a:custGeom>
            <a:avLst/>
            <a:gdLst/>
            <a:ahLst/>
            <a:cxnLst/>
            <a:rect r="r" b="b" t="t" l="l"/>
            <a:pathLst>
              <a:path h="10218420" w="18288000">
                <a:moveTo>
                  <a:pt x="0" y="0"/>
                </a:moveTo>
                <a:lnTo>
                  <a:pt x="18288000" y="0"/>
                </a:lnTo>
                <a:lnTo>
                  <a:pt x="18288000" y="10218420"/>
                </a:lnTo>
                <a:lnTo>
                  <a:pt x="0" y="102184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med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med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32720"/>
          </a:xfrm>
          <a:custGeom>
            <a:avLst/>
            <a:gdLst/>
            <a:ahLst/>
            <a:cxnLst/>
            <a:rect r="r" b="b" t="t" l="l"/>
            <a:pathLst>
              <a:path h="10332720" w="18288000">
                <a:moveTo>
                  <a:pt x="0" y="0"/>
                </a:moveTo>
                <a:lnTo>
                  <a:pt x="18288000" y="0"/>
                </a:lnTo>
                <a:lnTo>
                  <a:pt x="18288000" y="10332720"/>
                </a:lnTo>
                <a:lnTo>
                  <a:pt x="0" y="10332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med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493483" cy="10287000"/>
          </a:xfrm>
          <a:custGeom>
            <a:avLst/>
            <a:gdLst/>
            <a:ahLst/>
            <a:cxnLst/>
            <a:rect r="r" b="b" t="t" l="l"/>
            <a:pathLst>
              <a:path h="10287000" w="18493483">
                <a:moveTo>
                  <a:pt x="0" y="0"/>
                </a:moveTo>
                <a:lnTo>
                  <a:pt x="18493483" y="0"/>
                </a:lnTo>
                <a:lnTo>
                  <a:pt x="1849348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med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07080" cy="10287000"/>
          </a:xfrm>
          <a:custGeom>
            <a:avLst/>
            <a:gdLst/>
            <a:ahLst/>
            <a:cxnLst/>
            <a:rect r="r" b="b" t="t" l="l"/>
            <a:pathLst>
              <a:path h="10287000" w="18207080">
                <a:moveTo>
                  <a:pt x="0" y="0"/>
                </a:moveTo>
                <a:lnTo>
                  <a:pt x="18207080" y="0"/>
                </a:lnTo>
                <a:lnTo>
                  <a:pt x="1820708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med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B4B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09860"/>
          </a:xfrm>
          <a:custGeom>
            <a:avLst/>
            <a:gdLst/>
            <a:ahLst/>
            <a:cxnLst/>
            <a:rect r="r" b="b" t="t" l="l"/>
            <a:pathLst>
              <a:path h="10309860" w="1828800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DAGl244iPuM</dc:identifier>
  <dcterms:modified xsi:type="dcterms:W3CDTF">2011-08-01T06:04:30Z</dcterms:modified>
  <cp:revision>1</cp:revision>
  <dc:title>عرض تقديمي أزرق أزرق نماذج وعناصر متناظرة تكنولوجيا في التعليم تقنية</dc:title>
</cp:coreProperties>
</file>